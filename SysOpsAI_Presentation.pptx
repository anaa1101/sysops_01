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SysOps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 for IT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retrieval-augmented generation system that grounds vendor-accurate IT troubleshooting in a knowledge graph — accepting text, images of failing hardware, and audio of beep codes as input.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A. Patil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— RIT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280160"/>
            <a:ext cx="1828800" cy="18288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 · Knowledge Graph · Hardware Diagnostics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 with Graph-Augmented Retrieval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Symptoms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13432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55264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(Beep Codes)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2468880" cy="1463040"/>
          </a:xfrm>
          <a:prstGeom prst="rect">
            <a:avLst/>
          </a:prstGeom>
          <a:solidFill>
            <a:srgbClr val="0E2A3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828800"/>
            <a:ext cx="24688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Orchestrator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Groq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→ generate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371600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313432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313432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134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Vectors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255264"/>
            <a:ext cx="21945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255264"/>
            <a:ext cx="54864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25526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51760" y="1760220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1760220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2702052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702052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643884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43884"/>
            <a:ext cx="685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384-d sentence-transformer embeddings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Neo4j stores graph + vectors in one database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Groq Llama 3.3 generates cited, grounded answers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frontend with interactive force-graph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design: Frontend · Backend · Database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react-force-graph-2d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· File Upload · Graph 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25880"/>
            <a:ext cx="54864" cy="3200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(async)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 (Llama 3.3 / Llama-4 Scout / Whisper)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(CPU)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request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54864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Community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vector index (cosine, 384-d)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graph queries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manuals → ingest pipeline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orchestrates all three services on one network · Hot-reload in dev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vendor manuals become a searchable knowledge graph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manuals.json — devices, components, issues, fixes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0876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component_name + search_summary forms the embedding string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produces 384-d cosine-normalized vectors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9067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136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+ Index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685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DELETE old data; CREATE VECTOR INDEX for components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0779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090672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69080" y="3136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Nodes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83280" y="3685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Device · Component (with vector) · Resolution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90779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090672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49440" y="3136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Edges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3685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(Device)-[:HAS_COMPONENT]-&gt;(Component)-[:HAS_RESOLUTION]-&gt;(Resolution)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 docker compose exec backend python ingest.py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input to a grounded answer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9446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94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symptom + optional image (LED) + optional audio (beep)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92808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61388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Translation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1892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 describes image · Whisper transcribes audio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59736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59736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52831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283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4597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24597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text → 384-d sentence-transformer vector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26664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26664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9524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095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0266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30266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db.index.vector.queryNodes — top-K Components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93592"/>
            <a:ext cx="54864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662172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62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3593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Expand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08960" y="3593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walks → device parent + resolution children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2291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29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887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108960" y="4160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answers using ONLY the retrieved manual text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Support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— three input modalities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548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symptom description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user input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retained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OpenAI format converter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primary search signal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78808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multipart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471416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280160"/>
            <a:ext cx="274320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83280" y="16093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failing hardware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base64 (no Files API)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MB limit per upload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 describes the LED / panel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joins the search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886200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 Scout 17B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4178808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471416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inline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74320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280160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09360" y="16093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of beep / alarm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9659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/ MP3 / M4A accepted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Whisper-large-v3-turbo transcribes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joined to query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(no acoustic match)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886200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v3 turbo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178808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audio 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471416"/>
            <a:ext cx="23774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MB cap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stores entities, relationships, and vectors in one DB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18488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'Cisco Catalyst 9300', 'Dell PowerEdge R740' — entry point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384-d embedding · image_url · component 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044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Node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fix text + issue title — what we return to the user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 DB?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vector index (Neo4j 5) — vector + graph in one DB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searches by device (e.g. only Cat 9300 components)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relationships in one Cypher query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renders as the frontend force-graph 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384-d vectors built-in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MERGE-based ingestion makes re-ingest idempotent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(Device) ─[:HAS_COMPONENT]→ (Component) ─[:HAS_RESOLUTION]→ (Resolution)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component hierarchy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6908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layout, global state, routes between Chat and Graph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4069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ChatWindow.jsx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list, streaming responses, history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23160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MessageInput.jsx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file (image / audio) upload widget, drag-and-drop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23160"/>
            <a:ext cx="40690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68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GraphView.jsx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880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react-force-graph-2d rendering devices ↔ components ↔ fixes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20440"/>
            <a:ext cx="406908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661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MessageBubble.jsx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message rendering, markdown + code blocks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690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20440"/>
            <a:ext cx="40690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5661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977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wrapper for /chat and /graph endpoints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— dev server on :3000   |   tailwind.config.js — utility-first styling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CPU-friendly text embeddings tuned for short technical strings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sentence-transformers/all-MiniLM-L6-v2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short technical text (component + summary)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output — small, fast cosine search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L2-normalized, 22M params, &lt; 90 MB on disk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— no GPU required for ingest or query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over CLIP — CLIP's 77-token cap and vision-bias hurts pure technical text matching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string: '{component}: {search_summary}' — symptoms + part name in one vector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3258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sim, normalized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57984"/>
            <a:ext cx="39319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15798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VECTOR INDEX option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90088"/>
            <a:ext cx="39319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3374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29900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/ no quota / offline-able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822192"/>
            <a:ext cx="39319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867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382219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Configurable, default =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Cypher: CALL db.index.vector.queryNodes('component_embeddings', $k, $vec)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layer, every tool, every reason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Vite + Tailwind CSS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HMR, utility-first styling, port 3000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82496"/>
            <a:ext cx="54864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82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682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react-force-graph-2d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0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live Neo4j graph as an interactive 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84832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84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 + Python 3.11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0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I/O, multipart uploads, OpenAPI docs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87168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· llama-3.3-70b-versatile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15000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fast inference, generous free tier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89504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89504"/>
            <a:ext cx="54864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889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· meta-llama/llama-4-scout-17b-16e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2889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base64 image understanding (no Files API)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91840"/>
            <a:ext cx="5486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574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· whisper-large-v3-turbo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for beep / alarm transcripts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94176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94176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sentence-transformers/all-MiniLM-L6-v2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3694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384-d, CPU-friendly, semantic short-text matching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96512"/>
            <a:ext cx="54864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096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5740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 5 Community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715000" y="4096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native vector index in one DB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498848"/>
            <a:ext cx="54864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05740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715000" y="4498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boots all three services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made each architectural choice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0332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over a vector-only 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entity relationships (Device → Component → Fix). One DB = simpler ops + filtered searches.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54864" cy="10332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89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over local Ollama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inference, vision + audio + text under one API key, works on any laptop without GPU.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32304"/>
            <a:ext cx="54864" cy="10332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420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over CLIP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77-token cap and vision bias hurts pure technical text. MiniLM is purpose-built for STS.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32304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32304"/>
            <a:ext cx="54864" cy="10332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420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base64 for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8895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has no Files API. We size-cap at 8 MB and stream as base64 — keeps the request stateless.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84448"/>
            <a:ext cx="54864" cy="10332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94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ingest (MERGE)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ingest never duplicates nodes. Devs can iterate on manuals.json without DB cleanup.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84448"/>
            <a:ext cx="406908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84448"/>
            <a:ext cx="54864" cy="1033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94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stores Gemini-format history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041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translates Gemini → OpenAI format. Lets us swap providers without UI changes.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one command to run everything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     → localhost:7474 / :7687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 → localhost:8000   (FastAPI + /docs)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→ localhost:3000   (Vite dev server)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2743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023360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running, ≥ 4 GB RAM allocated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4023360"/>
            <a:ext cx="2743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4023360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key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GROQ_API_KEY in backend/.env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4023360"/>
            <a:ext cx="2743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40233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GB free disk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Neo4j + backend + frontend images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&amp; Use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backend/data/manuals.json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Catalyst 9300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SFP+ Transceiver — amber LED / err-disabled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92808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38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R740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 — 3 short beeps on POST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59736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054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ProLiant DL380 Gen10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2715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5 — amber health LED, web UI unreachable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26664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26664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Juniper EX4300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 — VC mastership switchover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93592"/>
            <a:ext cx="54864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39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BIG-IP i4800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38496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cluster — both units active (split brain)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ESXi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4416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VMFS Datastore — APD All Paths Down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9300 port amber LED, link is down"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"Dell server 3 short beeps after power on"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[upload photo of red PSU LED]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[upload audio of beeping rack]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PERC RAID is showing degraded"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F5 units are active — what now?"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entry: device · component · issue · search_summary · resolution · image_url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trade-offs for a demo-scale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69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690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manuals.json is ~30 vendor-symptom pairs — small compared to real production manuals.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370332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Expand corpus or scrape vendor PDFs into the same schema.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69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406908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Vision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 Scout misses fine LED-pattern nuance under bad lighting / motion blur.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50592"/>
            <a:ext cx="370332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Switch to GPT-4V or Gemini 2.5 Flash for higher-fidelity visual reasoning.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069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40690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17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Audio Matching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transcribes speech, not raw beep patterns — pure beep audio yields noise.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42232"/>
            <a:ext cx="370332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Train a small CNN classifier for vendor-specific beep sequences.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069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971800"/>
            <a:ext cx="40690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17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Single-tenant DB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has no namespace isolation here. All users share one graph.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142232"/>
            <a:ext cx="370332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160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Add per-org Neo4j databases or label-based multi-tenancy.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in RAG, multimodal retrieval, and IT diagnostics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6908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690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 introduced Retrieval-Augmented Generation for knowledge-grounded NLP. REALM and FiD extended this with end-to-end joint training. Most early work was text-only.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6908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Language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(2021) released CLIP, enabling shared text-image embedding spaces. LLaVA and BLIP-2 added instruction-tuned visual reasoning, now common in production VLMs.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6908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406908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GraphRAG (2024) showed that structuring retrieval over entity graphs improves multi-hop reasoning. Neo4j's GenAI book formalizes Cypher-augmented retrieval patterns.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6908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4069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Diagnostics + LLMs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Huawei's NetGPT and Cisco's docs-grounded chatbots show LLMs over vendor manuals reduce mean-time-to-resolution. Most are closed; few combine multimodal symptom inputs.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work leaves unsolved for IT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Symptom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IT chatbots take text only — they ignore the photo of the LED or the audio of the beep that an engineer can capture in 5 seconds.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11096"/>
            <a:ext cx="54864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568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195681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Vendor-Grounded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LLMs hallucinate fake CLI commands. Few systems force the LLM to answer ONLY using retrieved manual text with citations.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4203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5877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Vector Hybrid Retrieval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8163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stacks pick one — vector DB OR graph DB. Filtering vector search by graph relationships in a single query is rare in practice.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72968"/>
            <a:ext cx="54864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186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2186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Symptom-Centric Knowledge Schemas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index docs by product, not by symptom. Mapping 'amber LED' → known fix needs explicit issue ontologies.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03904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03904"/>
            <a:ext cx="54864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4962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84962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Demo Latency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0782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audio + vector + LLM chains add up to 10+ seconds. No published benchmark for end-to-end multimodal RAG latency in IT ops.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777240"/>
            <a:ext cx="1280160" cy="128016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777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SysOps AI · Multimodal RAG for IT Diagnostics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520440"/>
            <a:ext cx="365760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84832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6704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70448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3840480"/>
            <a:ext cx="11887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SysOps AI</dc:title>
  <dc:subject>PptxGenJS Presentation</dc:subject>
  <dc:creator>Neural Alchemists</dc:creator>
  <cp:lastModifiedBy>Neural Alchemists</cp:lastModifiedBy>
  <cp:revision>1</cp:revision>
  <dcterms:created xsi:type="dcterms:W3CDTF">2026-05-05T18:08:21Z</dcterms:created>
  <dcterms:modified xsi:type="dcterms:W3CDTF">2026-05-05T18:08:21Z</dcterms:modified>
</cp:coreProperties>
</file>